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OIFIKIDINE MOHAMED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8412480" cy="36576"/>
          </a:xfrm>
          <a:prstGeom prst="rect">
            <a:avLst/>
          </a:prstGeom>
          <a:solidFill>
            <a:srgbClr val="3B5280"/>
          </a:solidFill>
          <a:ln w="12700">
            <a:solidFill>
              <a:srgbClr val="3B5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LocAuto — Application de Location de Véhicules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 FONCTIONNALITÉS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4206240" cy="658368"/>
          </a:xfrm>
          <a:prstGeom prst="rect">
            <a:avLst/>
          </a:prstGeom>
          <a:solidFill>
            <a:srgbClr val="3B5280">
              <a:alpha val="70000"/>
            </a:srgbClr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23160"/>
            <a:ext cx="347472" cy="658368"/>
          </a:xfrm>
          <a:prstGeom prst="rect">
            <a:avLst/>
          </a:prstGeom>
          <a:solidFill>
            <a:srgbClr val="E8833A">
              <a:alpha val="80000"/>
            </a:srgbClr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48716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Inscription &amp; Connexion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Création de compte client et authentification sécurisée par session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423160"/>
            <a:ext cx="4206240" cy="658368"/>
          </a:xfrm>
          <a:prstGeom prst="rect">
            <a:avLst/>
          </a:prstGeom>
          <a:solidFill>
            <a:srgbClr val="3B5280">
              <a:alpha val="70000"/>
            </a:srgbClr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2423160"/>
            <a:ext cx="347472" cy="658368"/>
          </a:xfrm>
          <a:prstGeom prst="rect">
            <a:avLst/>
          </a:prstGeom>
          <a:solidFill>
            <a:srgbClr val="E8833A">
              <a:alpha val="80000"/>
            </a:srgbClr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42316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48716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Catalogue de Véhicules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Consultation des véhicules disponibles avec photos, marque et tarif/jour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00400"/>
            <a:ext cx="4206240" cy="658368"/>
          </a:xfrm>
          <a:prstGeom prst="rect">
            <a:avLst/>
          </a:prstGeom>
          <a:solidFill>
            <a:srgbClr val="3B5280">
              <a:alpha val="70000"/>
            </a:srgbClr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200400"/>
            <a:ext cx="347472" cy="658368"/>
          </a:xfrm>
          <a:prstGeom prst="rect">
            <a:avLst/>
          </a:prstGeom>
          <a:solidFill>
            <a:srgbClr val="E8833A">
              <a:alpha val="80000"/>
            </a:srgbClr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2644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Réservation en ligne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Sélection des dates de début et fin pour réserver un véhicule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200400"/>
            <a:ext cx="4206240" cy="658368"/>
          </a:xfrm>
          <a:prstGeom prst="rect">
            <a:avLst/>
          </a:prstGeom>
          <a:solidFill>
            <a:srgbClr val="3B5280">
              <a:alpha val="70000"/>
            </a:srgbClr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200400"/>
            <a:ext cx="347472" cy="658368"/>
          </a:xfrm>
          <a:prstGeom prst="rect">
            <a:avLst/>
          </a:prstGeom>
          <a:solidFill>
            <a:srgbClr val="E8833A">
              <a:alpha val="80000"/>
            </a:srgbClr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0040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32644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Mes Réservations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Suivi et annulation des réservations par le client connecté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4206240" cy="658368"/>
          </a:xfrm>
          <a:prstGeom prst="rect">
            <a:avLst/>
          </a:prstGeom>
          <a:solidFill>
            <a:srgbClr val="3B5280">
              <a:alpha val="70000"/>
            </a:srgbClr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977640"/>
            <a:ext cx="347472" cy="658368"/>
          </a:xfrm>
          <a:prstGeom prst="rect">
            <a:avLst/>
          </a:prstGeom>
          <a:solidFill>
            <a:srgbClr val="E8833A">
              <a:alpha val="80000"/>
            </a:srgbClr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7764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416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Ajout de Véhicule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Ajout de nouveaux véhicules avec upload d'image (formulaire admin)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3977640"/>
            <a:ext cx="4206240" cy="658368"/>
          </a:xfrm>
          <a:prstGeom prst="rect">
            <a:avLst/>
          </a:prstGeom>
          <a:solidFill>
            <a:srgbClr val="3B5280">
              <a:alpha val="70000"/>
            </a:srgbClr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977640"/>
            <a:ext cx="347472" cy="658368"/>
          </a:xfrm>
          <a:prstGeom prst="rect">
            <a:avLst/>
          </a:prstGeom>
          <a:solidFill>
            <a:srgbClr val="E8833A">
              <a:alpha val="80000"/>
            </a:srgbClr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97764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40416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Espace sécurisé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Routes protégées avec redirection si utilisateur non authentifié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Développement Web  • 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ENVIRONNEMENT &amp; OUTILS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DE TRAVAIL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6576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91440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Versionnage local du code source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6576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54864" cy="91440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6090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Hébergement &amp; partage du dépôt distant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DE CODAGE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572768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572768"/>
            <a:ext cx="1280160" cy="329184"/>
          </a:xfrm>
          <a:prstGeom prst="rect">
            <a:avLst/>
          </a:prstGeom>
          <a:solidFill>
            <a:srgbClr val="1D7AC0"/>
          </a:solidFill>
          <a:ln w="12700">
            <a:solidFill>
              <a:srgbClr val="1D7A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59105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9568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CSS3, EJS (templates dynamiques)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670048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670048"/>
            <a:ext cx="128016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268833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0540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Express.js, Multer, express-session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3767328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767328"/>
            <a:ext cx="1280160" cy="3291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78561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1513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 •  DBeaver (interface graphique)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LocAuto  •  Oifikidine Mohamed  •  TP Développement Web 2025-2026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LocAuto - Présentation TP</dc:title>
  <dc:subject>PptxGenJS Presentation</dc:subject>
  <dc:creator>Oifikidine Mohamed</dc:creator>
  <cp:lastModifiedBy>Oifikidine Mohamed</cp:lastModifiedBy>
  <cp:revision>1</cp:revision>
  <dcterms:created xsi:type="dcterms:W3CDTF">2026-04-03T05:06:35Z</dcterms:created>
  <dcterms:modified xsi:type="dcterms:W3CDTF">2026-04-03T05:06:35Z</dcterms:modified>
</cp:coreProperties>
</file>